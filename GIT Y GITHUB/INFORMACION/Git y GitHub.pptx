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6788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785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26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5121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42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157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656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44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39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2489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305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9970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3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2392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479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387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28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0D5B683-A6C0-4B40-94B6-268BB499E7D0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2CF75CC-A188-49CA-81A3-234E919A35A0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38070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3009206"/>
            <a:ext cx="12192000" cy="1022466"/>
          </a:xfr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>
            <a:normAutofit fontScale="90000"/>
          </a:bodyPr>
          <a:lstStyle/>
          <a:p>
            <a:pPr algn="ctr"/>
            <a:r>
              <a:rPr lang="es-MX" sz="9600" b="1" cap="none" spc="50" dirty="0" smtClean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Barbie Room" pitchFamily="2" charset="0"/>
              </a:rPr>
              <a:t>Git y GitHub</a:t>
            </a:r>
            <a:endParaRPr lang="en-US" sz="96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Barbie Roo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2387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1" y="340822"/>
            <a:ext cx="10131425" cy="831273"/>
          </a:xfrm>
        </p:spPr>
        <p:txBody>
          <a:bodyPr>
            <a:normAutofit fontScale="90000"/>
          </a:bodyPr>
          <a:lstStyle/>
          <a:p>
            <a:pPr algn="ctr"/>
            <a:r>
              <a:rPr lang="es-MX" sz="88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rbie Room" pitchFamily="2" charset="0"/>
              </a:rPr>
              <a:t>git</a:t>
            </a:r>
            <a:endParaRPr lang="en-US" sz="88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60000"/>
                  <a:lumOff val="40000"/>
                </a:schemeClr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Barbie Room" pitchFamily="2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009998" y="2075565"/>
            <a:ext cx="10131425" cy="3649133"/>
          </a:xfrm>
        </p:spPr>
        <p:txBody>
          <a:bodyPr>
            <a:noAutofit/>
          </a:bodyPr>
          <a:lstStyle/>
          <a:p>
            <a:r>
              <a:rPr lang="es-MX" sz="3600" dirty="0"/>
              <a:t>Git es un software gratuito y de código abierto diseñado para rastrear los cambios en el código fuente de un proyecto. Funciona como una "máquina del tiempo" y un sistema de seguridad, permitiendo a los desarrolladores guardar instantáneas del proyecto, volver a versiones anteriores y trabajar en equipo de forma </a:t>
            </a:r>
            <a:r>
              <a:rPr lang="es-MX" sz="3600" dirty="0" smtClean="0"/>
              <a:t>organizada.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42653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5400" cap="none" dirty="0">
                <a:ln w="0"/>
                <a:solidFill>
                  <a:srgbClr val="00B0F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Barbie Room" pitchFamily="2" charset="0"/>
              </a:rPr>
              <a:t>¿Para qué sirve?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242108"/>
          </a:xfrm>
        </p:spPr>
        <p:txBody>
          <a:bodyPr/>
          <a:lstStyle/>
          <a:p>
            <a:r>
              <a:rPr lang="es-MX" dirty="0"/>
              <a:t>Control de versiones: Registra cada modificación que se realiza en los archivos. Si un cambio nuevo rompe el programa, puedes regresar fácilmente a una versión anterior y funcional</a:t>
            </a:r>
            <a:r>
              <a:rPr lang="es-MX" dirty="0" smtClean="0"/>
              <a:t>.</a:t>
            </a:r>
          </a:p>
          <a:p>
            <a:r>
              <a:rPr lang="es-MX" dirty="0"/>
              <a:t>Trabajo en equipo: Permite que varios programadores colaboren en el mismo proyecto simultáneamente sin sobrescribir el trabajo de los demás. </a:t>
            </a:r>
            <a:endParaRPr lang="es-MX" dirty="0" smtClean="0"/>
          </a:p>
          <a:p>
            <a:r>
              <a:rPr lang="es-MX" dirty="0"/>
              <a:t>Experimentación segura: Utiliza "ramas" (branches), que son copias aisladas del proyecto donde puedes probar nuevas funciones o corregir errores sin alterar el código principal hasta que esté </a:t>
            </a:r>
            <a:r>
              <a:rPr lang="es-MX" dirty="0" smtClean="0"/>
              <a:t>listo</a:t>
            </a:r>
          </a:p>
          <a:p>
            <a:endParaRPr lang="es-MX" dirty="0"/>
          </a:p>
          <a:p>
            <a:r>
              <a:rPr lang="es-MX" dirty="0"/>
              <a:t>Es importante destacar que Git no es lo mismo que GitHub. Git es el programa que instalas en tu computadora para gestionar el código, mientras que GitHub (junto con alternativas como </a:t>
            </a:r>
            <a:r>
              <a:rPr lang="es-MX" dirty="0" err="1"/>
              <a:t>GitLab</a:t>
            </a:r>
            <a:r>
              <a:rPr lang="es-MX" dirty="0"/>
              <a:t> o </a:t>
            </a:r>
            <a:r>
              <a:rPr lang="es-MX" dirty="0" err="1"/>
              <a:t>Bitbucket</a:t>
            </a:r>
            <a:r>
              <a:rPr lang="es-MX" dirty="0"/>
              <a:t>) es una plataforma en la nube que utiliza Git para almacenar tus proyectos en internet y facilitar el trabajo colaborativo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529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/>
            <a:r>
              <a:rPr lang="es-MX" sz="9600" b="1" cap="none" spc="50" dirty="0" smtClean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00206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rbie Room" pitchFamily="2" charset="0"/>
              </a:rPr>
              <a:t>GitHub</a:t>
            </a:r>
            <a:endParaRPr lang="en-US" sz="9600" b="1" cap="none" spc="50" dirty="0">
              <a:ln w="9525" cmpd="sng">
                <a:solidFill>
                  <a:schemeClr val="accent1"/>
                </a:solidFill>
                <a:prstDash val="solid"/>
              </a:ln>
              <a:solidFill>
                <a:srgbClr val="002060"/>
              </a:solidFill>
              <a:effectLst>
                <a:glow rad="38100">
                  <a:schemeClr val="accent1">
                    <a:alpha val="40000"/>
                  </a:schemeClr>
                </a:glow>
              </a:effectLst>
              <a:latin typeface="Barbie Room" pitchFamily="2" charset="0"/>
            </a:endParaRP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3200" dirty="0"/>
              <a:t>GitHub es una plataforma en la nube utilizada por millones de programadores para alojar, gestionar y colaborar en proyectos de software. Funciona como un sistema de control de versiones que permite a múltiples personas editar el mismo código al mismo tiempo sin perder el trabajo previo ni cometer errores. 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75634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0070C0"/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  <a:latin typeface="Barbie Room" pitchFamily="2" charset="0"/>
              </a:rPr>
              <a:t>Sus funciones principales son: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 dirty="0"/>
              <a:t>Control de versiones: Mantiene un historial completo de todos los cambios realizados en el código. Si cometes un error, puedes volver fácilmente a una versión anterior, como una máquina del tiempo. </a:t>
            </a:r>
            <a:endParaRPr lang="es-MX" dirty="0" smtClean="0"/>
          </a:p>
          <a:p>
            <a:r>
              <a:rPr lang="es-MX" dirty="0"/>
              <a:t>Trabajo colaborativo: Facilita que desarrolladores de todo el mundo trabajen en un mismo proyecto simultáneamente. Los cambios se pueden revisar y aprobar antes de unirse al proyecto principal. </a:t>
            </a:r>
            <a:endParaRPr lang="es-MX" dirty="0" smtClean="0"/>
          </a:p>
          <a:p>
            <a:r>
              <a:rPr lang="es-MX" dirty="0"/>
              <a:t>Alojamiento y respaldo: Funciona como un disco duro en la nube especializado para código. Garantiza que los archivos estén seguros y accesibles desde cualquier lugar. </a:t>
            </a:r>
            <a:endParaRPr lang="es-MX" dirty="0" smtClean="0"/>
          </a:p>
          <a:p>
            <a:r>
              <a:rPr lang="es-MX" dirty="0"/>
              <a:t>Comunidad y Open Source: Es la mayor red social de programadores del mundo. Permite acceder a millones de proyectos públicos de código abierto, copiar el trabajo de otros para adaptarlo a tus necesidades y aportar mejoras. </a:t>
            </a:r>
            <a:endParaRPr lang="es-MX" dirty="0" smtClean="0"/>
          </a:p>
          <a:p>
            <a:r>
              <a:rPr lang="es-MX" dirty="0"/>
              <a:t>Portafolio profesional: Sirve como un currículum para los programadores, donde las empresas pueden evaluar la experiencia real y la calidad del trabajo del candidato.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233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51</TotalTime>
  <Words>431</Words>
  <Application>Microsoft Office PowerPoint</Application>
  <PresentationFormat>Panorámica</PresentationFormat>
  <Paragraphs>17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0" baseType="lpstr">
      <vt:lpstr>Arial</vt:lpstr>
      <vt:lpstr>Barbie Room</vt:lpstr>
      <vt:lpstr>Calibri</vt:lpstr>
      <vt:lpstr>Calibri Light</vt:lpstr>
      <vt:lpstr>Celestial</vt:lpstr>
      <vt:lpstr>Git y GitHub</vt:lpstr>
      <vt:lpstr>git</vt:lpstr>
      <vt:lpstr>¿Para qué sirve?</vt:lpstr>
      <vt:lpstr>GitHub</vt:lpstr>
      <vt:lpstr>Sus funciones principales son: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y GitHub</dc:title>
  <dc:creator>LURIN</dc:creator>
  <cp:lastModifiedBy>LURIN</cp:lastModifiedBy>
  <cp:revision>5</cp:revision>
  <dcterms:created xsi:type="dcterms:W3CDTF">2026-07-21T22:45:23Z</dcterms:created>
  <dcterms:modified xsi:type="dcterms:W3CDTF">2026-07-21T23:36:51Z</dcterms:modified>
</cp:coreProperties>
</file>